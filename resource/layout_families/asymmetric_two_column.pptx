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4354007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narrative_rail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67970" y="1645919"/>
            <a:ext cx="9269821" cy="7223760"/>
          </a:xfrm>
          <a:prstGeom prst="roundRect">
            <a:avLst/>
          </a:prstGeom>
          <a:solidFill>
            <a:srgbClr val="CFE1F6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evidence_field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