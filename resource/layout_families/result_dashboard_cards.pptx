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3347" y="256031"/>
            <a:ext cx="14103705" cy="1051560"/>
          </a:xfrm>
          <a:prstGeom prst="roundRect">
            <a:avLst/>
          </a:prstGeom>
          <a:solidFill>
            <a:srgbClr val="1C3052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TITLE / AUTHORS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" y="1645919"/>
            <a:ext cx="8146206" cy="4478731"/>
          </a:xfrm>
          <a:prstGeom prst="roundRect">
            <a:avLst/>
          </a:prstGeom>
          <a:solidFill>
            <a:srgbClr val="CFE1F6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primary_result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860170" y="1645919"/>
            <a:ext cx="5477621" cy="209489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0170" y="4029760"/>
            <a:ext cx="5477621" cy="2094890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" y="6413601"/>
            <a:ext cx="4494458" cy="2456078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result_card_1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67970" y="6413601"/>
            <a:ext cx="4494458" cy="2456078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result_card_2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43333" y="6413601"/>
            <a:ext cx="4494458" cy="2456078"/>
          </a:xfrm>
          <a:prstGeom prst="roundRect">
            <a:avLst/>
          </a:prstGeom>
          <a:solidFill>
            <a:srgbClr val="E5EDF7"/>
          </a:solidFill>
          <a:ln>
            <a:solidFill>
              <a:srgbClr val="718B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2D4365"/>
                </a:solidFill>
                <a:latin typeface="Arial"/>
              </a:defRPr>
            </a:pPr>
            <a:r>
              <a:t>result_card_3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