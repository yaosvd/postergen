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3347" y="256031"/>
            <a:ext cx="14103705" cy="1051560"/>
          </a:xfrm>
          <a:prstGeom prst="roundRect">
            <a:avLst/>
          </a:prstGeom>
          <a:solidFill>
            <a:srgbClr val="1C3052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TITLE / AUTHORS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645919"/>
            <a:ext cx="4494458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left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67970" y="1645919"/>
            <a:ext cx="4494458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middle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43333" y="1645919"/>
            <a:ext cx="4494458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