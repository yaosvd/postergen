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4494458" cy="353964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cell_1_1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67970" y="1645919"/>
            <a:ext cx="4494458" cy="353964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cell_1_2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43333" y="1645919"/>
            <a:ext cx="4494458" cy="353964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cell_1_3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5330037"/>
            <a:ext cx="4494458" cy="353964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cell_2_1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7970" y="5330037"/>
            <a:ext cx="4494458" cy="353964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cell_2_2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43333" y="5330037"/>
            <a:ext cx="4494458" cy="3539642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cell_2_3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