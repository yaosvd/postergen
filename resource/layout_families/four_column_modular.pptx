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63347" y="256031"/>
            <a:ext cx="14103705" cy="1051560"/>
          </a:xfrm>
          <a:prstGeom prst="roundRect">
            <a:avLst/>
          </a:prstGeom>
          <a:solidFill>
            <a:srgbClr val="1C3052"/>
          </a:solidFill>
          <a:ln>
            <a:solidFill>
              <a:srgbClr val="718B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FFFFFF"/>
                </a:solidFill>
                <a:latin typeface="Arial"/>
              </a:defRPr>
            </a:pPr>
            <a:r>
              <a:t>TITLE / AUTHORS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92608" y="1645919"/>
            <a:ext cx="3300618" cy="7223760"/>
          </a:xfrm>
          <a:prstGeom prst="roundRect">
            <a:avLst/>
          </a:prstGeom>
          <a:solidFill>
            <a:srgbClr val="E5EDF7"/>
          </a:solidFill>
          <a:ln>
            <a:solidFill>
              <a:srgbClr val="718B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>
                <a:solidFill>
                  <a:srgbClr val="2D4365"/>
                </a:solidFill>
                <a:latin typeface="Arial"/>
              </a:defRPr>
            </a:pPr>
            <a:r>
              <a:t>column_1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74129" y="1645919"/>
            <a:ext cx="3300618" cy="7223760"/>
          </a:xfrm>
          <a:prstGeom prst="roundRect">
            <a:avLst/>
          </a:prstGeom>
          <a:solidFill>
            <a:srgbClr val="E5EDF7"/>
          </a:solidFill>
          <a:ln>
            <a:solidFill>
              <a:srgbClr val="718B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>
                <a:solidFill>
                  <a:srgbClr val="2D4365"/>
                </a:solidFill>
                <a:latin typeface="Arial"/>
              </a:defRPr>
            </a:pPr>
            <a:r>
              <a:t>column_2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55651" y="1645919"/>
            <a:ext cx="3300618" cy="7223760"/>
          </a:xfrm>
          <a:prstGeom prst="roundRect">
            <a:avLst/>
          </a:prstGeom>
          <a:solidFill>
            <a:srgbClr val="E5EDF7"/>
          </a:solidFill>
          <a:ln>
            <a:solidFill>
              <a:srgbClr val="718B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>
                <a:solidFill>
                  <a:srgbClr val="2D4365"/>
                </a:solidFill>
                <a:latin typeface="Arial"/>
              </a:defRPr>
            </a:pPr>
            <a:r>
              <a:t>column_3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037173" y="1645919"/>
            <a:ext cx="3300618" cy="7223760"/>
          </a:xfrm>
          <a:prstGeom prst="roundRect">
            <a:avLst/>
          </a:prstGeom>
          <a:solidFill>
            <a:srgbClr val="E5EDF7"/>
          </a:solidFill>
          <a:ln>
            <a:solidFill>
              <a:srgbClr val="718B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>
                <a:solidFill>
                  <a:srgbClr val="2D4365"/>
                </a:solidFill>
                <a:latin typeface="Arial"/>
              </a:defRPr>
            </a:pPr>
            <a:r>
              <a:t>column_4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