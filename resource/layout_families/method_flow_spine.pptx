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3347" y="256031"/>
            <a:ext cx="14103705" cy="1051560"/>
          </a:xfrm>
          <a:prstGeom prst="roundRect">
            <a:avLst/>
          </a:prstGeom>
          <a:solidFill>
            <a:srgbClr val="1C3052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TITLE / AUTHORS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645919"/>
            <a:ext cx="4073103" cy="3467404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left_top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" y="5402275"/>
            <a:ext cx="4073103" cy="3467404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left_bottom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87066" y="1645919"/>
            <a:ext cx="5056266" cy="7223760"/>
          </a:xfrm>
          <a:prstGeom prst="roundRect">
            <a:avLst/>
          </a:prstGeom>
          <a:solidFill>
            <a:srgbClr val="CFE1F6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flow_spine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64688" y="1645919"/>
            <a:ext cx="4073103" cy="3467404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right_top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4688" y="5402275"/>
            <a:ext cx="4073103" cy="3467404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right_bottom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