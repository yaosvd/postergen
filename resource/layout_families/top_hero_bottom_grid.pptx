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14045184" cy="2889504"/>
          </a:xfrm>
          <a:prstGeom prst="roundRect">
            <a:avLst/>
          </a:prstGeom>
          <a:solidFill>
            <a:srgbClr val="CFE1F6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top_hero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4752136"/>
            <a:ext cx="4494458" cy="4117543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bottom_left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7970" y="4752136"/>
            <a:ext cx="4494458" cy="4117543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bottom_middle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43333" y="4752136"/>
            <a:ext cx="4494458" cy="4117543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bottom_right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