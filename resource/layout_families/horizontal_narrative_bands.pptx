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14045184" cy="1697583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band_1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3487978"/>
            <a:ext cx="14045184" cy="1697583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band_2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5330037"/>
            <a:ext cx="14045184" cy="1697583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band_3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7172096"/>
            <a:ext cx="14045184" cy="1697583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band_4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